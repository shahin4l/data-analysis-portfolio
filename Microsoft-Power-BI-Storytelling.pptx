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webextensions/webextension1.xml><?xml version="1.0" encoding="utf-8"?>
<we:webextension xmlns:we="http://schemas.microsoft.com/office/webextensions/webextension/2010/11" id="{43c3ab4d-ee19-482c-9168-e995dad49a81}">
  <we:reference id="WA200003233" version="2.0.0.3" store="en-US" storeType="OMEX"/>
  <we:alternateReferences/>
  <we:properties>
    <we:property name="Microsoft.Office.CampaignId" value="&quot;none&quot;"/>
    <we:property name="reportUrl" value="&quot;/groups/me/reports/2eaa3a75-a524-4eed-be05-89be67ada36f?ctid=33d3a4e1-21ad-4015-9bd5-a9ce4343e052&amp;pbi_source=linkShare&amp;fromEntryPoint=share&quot;"/>
    <we:property name="reportState" value="&quot;CONNECTED&quot;"/>
    <we:property name="reportEmbeddedTime" value="&quot;2025-11-27T19:47:16.116Z&quot;"/>
    <we:property name="creatorSessionId" value="&quot;c3c261f2-71ed-47c7-a6f6-ae6d04df2583&quot;"/>
    <we:property name="creatorUserId" value="&quot;10032005522F8EE6&quot;"/>
    <we:property name="creatorTenantId" value="&quot;33d3a4e1-21ad-4015-9bd5-a9ce4343e052&quot;"/>
    <we:property name="pageDisplayName" value="&quot;Page 1&quot;"/>
    <we:property name="reportName" value="&quot;Shahin DATA&quot;"/>
    <we:property name="isVisualContainerHeaderHidden" value="false"/>
    <we:property name="isFiltersActionButtonVisible" value="true"/>
    <we:property name="initialStateBookmark" value="&quot;H4sIAAAAAAAAA+VXbU/bMBD+K5M/R1PSNG3Kt9KVaWK8iE7sw1RVl+SaGlw7chxGh/rfd3bSMUIZ26Awae0X+3y5l+eeOyc3LONlIWB1DEtke2xfqcsl6Ms3AfOYbGQnJ4dHw7PD2fHwaExiVRiuZMn2bpgBnaM552UFwlog4Zepx0CIU8jtbg6iRI8VqEslQfBvWCvTkdEVrj2G14VQGqzJiQGD1uwVqdOefAdvQ/IIqeFXOMHU1FKEQXced/phr+dH0B8EA79DamWt4CLbqmJNO/cjJQ1wSW6srIuQQRD1O/1ON/H7kGSQWPmcC9OoJKvxdaEpO8p5VVhURhRrrjRPQTCXhcayDvqGjZSolm41viOfqEqneIZzdyQNNyuyNFkgmoCtCYxTrQgqJ1U6Qz0rCZKqdGcL9XWkkbxmbM9fez8CGWZXIFOStqMY5rnGHEyzHT97iClhzXO5RGlmPHOnB5VsihTdj3lKkpLLXDQkuK3HpzqVTMnKjBagjaVZckH1tOjTYw6N/ZUrwDuuN0zoeDtIq4X8erohIOlc/ESxhgF1UDtwPF3b87jThX6YxL4fhQM/Tnzwew+Ts2nZKE4GSZD5EYbxIAo7KS0J0q3UrQ1ZO+ebtiNYD7RaOovNYChJsx2+x+q6+RaizwvU2EAhM75h3bEy90H50AKq/H0I640LqM3GSmvLxEWVMFe0cxCVm0hk+yOnHGvGOTHpy0oIq2hhXjtuPn8T341pSw839QqzGDo+RGkP/MDvYdyL/Yfq9V+OmqSiwUGPzhxgT580qYvpSaPmtXN+ubnU6iw3ljDEboC9OcQhQpj1A/q/+p15H7F/j8l/eml6L4YeUR2JTXr2Tclfo7frSB4dm69exQyFhWo1m2O7Nf2/GEdGIy6haI+ire39Xquq2GFvu/a+DYMtkd7x7UJVpiwgxVOQ9UVf1GY41m/c1wXIzCbs1u6NYsu1674ImHNCEPBE4CMP2O8E1tzR9PsOqA4MY7IMAAA=&quot;"/>
    <we:property name="bookmark" value="&quot;H4sIAAAAAAAAA+1YbW/bNhD+KwG/dAOEQi9+kfMt8dIhWBsE9ZB9GAzjJJ5ltjQpUFRWN/B/35GSmlhx0mWtkw2bA8PR8XR87rnnjoJuGBdVKWFzAWtkx+xU649rMB+PIhYw1dii8SQOoxDiMI5Ho5APw3BIq7q0QquKHd8wC6ZAeyWqGqQLRMbf5wEDKS+hcFdLkBUGrERTaQVSfMbGmZasqXEbMPxUSm3AhZxZsOjCXpM7XTsIrxPaEXIrrnGGuW2sCJPBMo3HCaEawngSTcKY3KrGwSPb6+JC++2nWlkQirZxtgECh2g4jsfxIAvHkHHInH0ppG1dss3Zp9JQdpTzpnTkTAlroY3IQTKfhcGqAX3DplrWa//f2Y59pmuT43tc+iVlhd1QpNkK0UZsS2RcGk1Ueas2HM2iIkrqyq+t9B9Tg7QrZ8fhNvgC5IRfg8rJ2kdxUhQGC7Dt5dl3h5gT16JQa1R2IbhffVOrtkjD+5jnZKmEKmQrgtt6/NqkwrWq7XQFxjqZZR+ono59us2zcbrxBfhJmE4JcXCAtHrMb+edAMnnwx2JtQpoQB1g4/nWrafxAMZJllLvJZMwzUIIRw+Ls+3cYZpNsoiHQ0zSyTCJc+47d690m0AuzlXXdkTrG6PXPmI7Hyry7MMPWFO30FH02woNtlQoLjrVXWh7n5TzHlHVX6ewufCA+mqsjXFKXNUZ80W7Aln7iUSx3wrKsVGcN5O/qqV0jo7mrdfm92/iXUx7eritV8JTmrIwzEdAA3eE6SgNH6rXf3LUZDUNDrp14Qn79kmTe0zfNGpeOufnm0u9zvJjCRMcRDhaQpogJHwc0d+Ln5n3GfvnKfmph2bwbOyR1JHUZBaftXqcvUMj+erYfPEqcpSOqs1iif3WDP/GOLIGcQ1lfxTtbe+fja7Lw/U2YRfFStLXH9wVym4C0o4cLLwjnG4TH+71rmicT5VT8HPuy6D8z1tc2ob4dQlGVF0ZuqtfhPMLgzuOh1Dz+y6nPQ8Dr05BcTCv3PPeXddnhdyX/aOAp+RJtqOZNraB3RwJbV12R2GvLs+a1f2h/GheJ/KoqpWCVZuU6501WnDSozwIUq3shVYX9Pj2Q5vs7kz9kc0dEc1JdIv73ZcgN3emxRMePZ+YJ0HIIV8h96mdW1w3ewmOLpDA6v92eeF2Cf69XRGwa7fWDuPQHYadS/uM5itze5xQE5nCv13Rta1KyPES2oldNrC8In1vUHGRd33yACT/Zof5TegoE5nEr9zg3vd0LU2fPwFKOhdlgRIAAA==&quot;"/>
    <we:property name="datasetId" value="&quot;c7a215a6-e0bc-499c-805d-b9781e06f1db&quot;"/>
    <we:property name="embedUrl" value="&quot;/reportEmbed?reportId=2eaa3a75-a524-4eed-be05-89be67ada36f&amp;config=eyJjbHVzdGVyVXJsIjoiaHR0cHM6Ly9XQUJJLUVBU1QtQVNJQS1CLVBSSU1BUlktcmVkaXJlY3QuYW5hbHlzaXMud2luZG93cy5uZXQiLCJlbWJlZEZlYXR1cmVzIjp7InVzYWdlTWV0cmljc1ZOZXh0Ijp0cnVlfX0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 r:embed="rId1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1506</TotalTime>
  <Words>85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Shahin Alam</cp:lastModifiedBy>
  <cp:revision>3</cp:revision>
  <dcterms:created xsi:type="dcterms:W3CDTF">2018-06-07T21:39:02Z</dcterms:created>
  <dcterms:modified xsi:type="dcterms:W3CDTF">2025-11-27T19:51:27Z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